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302683112ac44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1.xml" Id="rI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Layouts/slideMasters/theme/theme1.xml" Id="rId5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Layouts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>
</file>